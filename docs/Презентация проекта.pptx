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96EE7"/>
          </a:solidFill>
          <a:ln w="12700">
            <a:solidFill>
              <a:srgbClr val="596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3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Онлайн-платформа управления проектами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Учебный проект ProjectSpace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+ Supabase + PostgreSQL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Производственная практика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2A5"/>
                </a:solidFill>
              </a:rPr>
              <a:t>ProjectSpace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96EE7"/>
          </a:solidFill>
          <a:ln w="12700">
            <a:solidFill>
              <a:srgbClr val="596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3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проекта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Создать единое место для проектов и задач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Организовать работу пользователей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уведомления и контроль администратора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2A5"/>
                </a:solidFill>
              </a:rPr>
              <a:t>ProjectSpace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96EE7"/>
          </a:solidFill>
          <a:ln w="12700">
            <a:solidFill>
              <a:srgbClr val="596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3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Возможности пользователя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Регистрация, вход и восстановление пароля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проектов и добавление участников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Задачи, статусы, исполнители и комментарии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и уведомления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2A5"/>
                </a:solidFill>
              </a:rPr>
              <a:t>ProjectSpace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96EE7"/>
          </a:solidFill>
          <a:ln w="12700">
            <a:solidFill>
              <a:srgbClr val="596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3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базы данных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Профили и роли пользователей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Проекты и участники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и комментарии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Уведомления и журнал активности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2A5"/>
                </a:solidFill>
              </a:rPr>
              <a:t>ProjectSpace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96EE7"/>
          </a:solidFill>
          <a:ln w="12700">
            <a:solidFill>
              <a:srgbClr val="596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3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Панель администратора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статистика системы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Изменение ролей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Блокировка пользователей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проектами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2A5"/>
                </a:solidFill>
              </a:rPr>
              <a:t>ProjectSpace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96EE7"/>
          </a:solidFill>
          <a:ln w="12700">
            <a:solidFill>
              <a:srgbClr val="596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3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прав на уровне базы данных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Level Security для всех основных таблиц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Защищённая авторизация Supabase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Секретные ключи отсутствуют во фронтенде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2A5"/>
                </a:solidFill>
              </a:rPr>
              <a:t>ProjectSpace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96EE7"/>
          </a:solidFill>
          <a:ln w="12700">
            <a:solidFill>
              <a:srgbClr val="596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832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32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Разработано работоспособное веб-приложение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адаптирован для мобильных устройств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хранится на GitHub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4B56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Сайт публикуется через GitHub Pages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9875520" y="64465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992A5"/>
                </a:solidFill>
              </a:rPr>
              <a:t>ProjectSpace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ProjectSpace</dc:title>
  <dc:subject>Онлайн-платформа управления проектами</dc:subject>
  <dc:creator>biguser-hub</dc:creator>
  <cp:lastModifiedBy>biguser-hub</cp:lastModifiedBy>
  <cp:revision>1</cp:revision>
  <dcterms:created xsi:type="dcterms:W3CDTF">2026-09-18T07:12:41Z</dcterms:created>
  <dcterms:modified xsi:type="dcterms:W3CDTF">2026-09-18T07:12:41Z</dcterms:modified>
</cp:coreProperties>
</file>